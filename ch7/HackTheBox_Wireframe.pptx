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E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Wireframe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HackTheBox.com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4B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Awad Mohamed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4B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 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4B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7 Checkpoint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HackTheBox - Page Wireframe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731520"/>
            <a:ext cx="1280160" cy="457200"/>
          </a:xfrm>
          <a:prstGeom prst="rect">
            <a:avLst/>
          </a:prstGeom>
          <a:solidFill>
            <a:srgbClr val="9FEF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31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731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 Labs     Machines     Challenges     Academy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7772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9FEF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0" y="777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IMAGE / BANNER CONTENT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text and call-to-action button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08960"/>
            <a:ext cx="2377440" cy="64008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Challenge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3017520"/>
            <a:ext cx="2560320" cy="1463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108960"/>
            <a:ext cx="2377440" cy="64008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00400" y="3017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Card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3017520"/>
            <a:ext cx="2560320" cy="14630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108960"/>
            <a:ext cx="2377440" cy="64008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3017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Module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4B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FOOTER:  About  |  Terms  |  Privacy  |  Contact  |  Social Links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Composition Breakdown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3657600" cy="457200"/>
          </a:xfrm>
          <a:prstGeom prst="rect">
            <a:avLst/>
          </a:prstGeom>
          <a:solidFill>
            <a:srgbClr val="9FEF00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Bar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657600" cy="1097280"/>
          </a:xfrm>
          <a:prstGeom prst="rect">
            <a:avLst/>
          </a:prstGeom>
          <a:solidFill>
            <a:srgbClr val="E0E0E0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Area (Hero Banner)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3657600" cy="914400"/>
          </a:xfrm>
          <a:prstGeom prst="rect">
            <a:avLst/>
          </a:prstGeom>
          <a:solidFill>
            <a:srgbClr val="D0D0D0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/ Cards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4B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HackTheBox brand logo, top-left corner, green on dark background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nav bar with links: Home, Labs, Machines, Challenges, Academy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banner with headline, description text, and CTA button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content cards with preview images and short descriptions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links, legal info, social media icons on dark background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HackTheBox Wireframe</dc:title>
  <dc:subject>Chapter 7 - Wireframe Layout</dc:subject>
  <dc:creator>Awad Mohamed</dc:creator>
  <cp:lastModifiedBy>Awad Mohamed</cp:lastModifiedBy>
  <cp:revision>1</cp:revision>
  <dcterms:created xsi:type="dcterms:W3CDTF">2026-10-21T05:31:36Z</dcterms:created>
  <dcterms:modified xsi:type="dcterms:W3CDTF">2026-10-21T05:31:36Z</dcterms:modified>
</cp:coreProperties>
</file>